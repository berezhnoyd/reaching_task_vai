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AC88-CF7A-4267-A600-F5A90C727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1D3C5-494E-4DC9-9C8C-A0B3ACCC5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EF56-F571-4ACD-A7C1-80B9F658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BA814-6043-4D14-B494-58C68ACB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3D39-2D56-4C19-BDC6-D66A4C04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1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10A2-3C13-4204-B667-B439C84E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39B94-F685-40A1-802E-4D397980E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EE402-6D18-42FA-9933-DF7B7F66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C7935-C2AA-4E66-AA73-F183EACC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D74A9-CE5D-4339-92B8-89EEE6E3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2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4DF5-9199-44BA-82F4-E91D1E9D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7840B-AAD3-4DBB-9F95-2C3349499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F66C4-4E1D-45B6-93C0-7EE9BD921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DC08-D22A-492A-9F3E-B69DE702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091D7-5D2A-4232-8F36-88C89222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6F63-AA38-4E44-B109-2BEE893B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A5627-4AE0-41D0-BB82-C32586920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A985B-09F0-49E4-9263-7080F514E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82CC6-F0A8-45DC-9AC8-0C1899FD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B315C-277C-4464-B4EB-F314230A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C516C-CF59-437B-A298-648D972B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8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E1C0-EA65-4A43-A66B-02D2962F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9C5FE-3921-477A-A315-AA8F33DF4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48DD9-A3A4-481C-AA3E-0FE1656E9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928A1-14BE-440C-87A9-78DEAB118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85CDC-DDB2-41CC-8426-A59D6E0AA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37DE3-AFBB-4E50-8BB2-2719539C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13A21E-369D-4AF8-9EC8-57099887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87AB5-5B9F-455F-B57F-FE22EC37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2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BE5C-5C5F-4FED-843A-019B5C2F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2FDA6-919F-4C67-93DC-43396CDD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6C516-D910-478C-AD78-174D53F0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BF212-BE72-4D21-86C5-1844A610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6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8B456-290D-4FBF-8196-19E62D3D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51EDE-E666-465C-A87E-23941147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45E6E-9E08-43D1-AE70-A93D5CC7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69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BBC7-37B3-408D-B0D9-AEF1F44B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4D14-9607-480E-AF4C-110F1929C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ACB0C-58D5-4E0F-8194-55F72E7C2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265C4-5776-4F76-A657-BEEC0795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BAD9C-4C17-4EE7-B95B-7C171F29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697-6749-4C63-A34A-4546AB6F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5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596B-5CCE-4367-AABE-F22F8BFC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FAC2FF-708F-41F7-A8B9-0E2EA1E26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81568-F00E-451D-A819-7B70BB644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94389-D352-440F-A91B-D2BDECA3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F3E59-29A0-4CE6-8875-D9655C1B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27D45-412B-49A4-A1CD-48994581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0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B217-AF60-4A80-B03E-9CB5A9CF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0AA9A-57E1-4DC4-AF56-5E61C38FB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AF2FB-0736-4EA6-BA8D-7DED0633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0F55-3EA7-4E98-9967-4B5EBFDD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918C0-C131-4A83-A3C9-61E2BD3B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0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637B6-9749-4A18-A316-DC51A435A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B6D58-23CB-407A-B8CA-8E3674651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A78E-E461-4D67-B2ED-9C37B66E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6ADAE-E418-4643-8BC1-7DEAF179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0EEC7-5B28-4206-887B-72C8C143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5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1609B-2F75-4324-8EA9-CADA75A1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A1F58-BE1F-4715-A8E5-9C2662800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8D1D2-BC73-4827-94CB-221D7142D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C93E8-2207-4525-80D5-C4112B0AE5C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43D93-740D-44B7-9CC2-8CFCA32B7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ACCE2-30D6-4E39-8DE7-A0AF8D6C7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D1084-FC46-428F-8330-010649FC1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9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4F81-8A6A-4EA6-A088-E30BBA0AF2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Daniil </a:t>
            </a:r>
            <a:r>
              <a:rPr lang="en-US" dirty="0" err="1"/>
              <a:t>Berezhoi</a:t>
            </a:r>
            <a:r>
              <a:rPr lang="en-US" dirty="0"/>
              <a:t> data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3097E-881D-4E2C-A2B9-8C63B7A20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May 28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865B7E-CFE2-4093-AD80-8F394365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fixation and treadmill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3D992-8795-4D0B-A26C-4DADCC039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692" y="2054754"/>
            <a:ext cx="2625405" cy="37604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1B0CBA-4F43-4E31-9CCC-ADFF497D62E8}"/>
              </a:ext>
            </a:extLst>
          </p:cNvPr>
          <p:cNvSpPr txBox="1"/>
          <p:nvPr/>
        </p:nvSpPr>
        <p:spPr>
          <a:xfrm>
            <a:off x="1359198" y="5846826"/>
            <a:ext cx="1990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Manual positioner</a:t>
            </a:r>
          </a:p>
        </p:txBody>
      </p:sp>
      <p:pic>
        <p:nvPicPr>
          <p:cNvPr id="3" name="Рисунок 2" descr="Изображение выглядит как инструмент, машина, пластик, др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33F1691-5B63-E645-9996-D0EE0CBC4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000" y="2054754"/>
            <a:ext cx="5008153" cy="3760448"/>
          </a:xfrm>
          <a:prstGeom prst="rect">
            <a:avLst/>
          </a:prstGeom>
        </p:spPr>
      </p:pic>
      <p:pic>
        <p:nvPicPr>
          <p:cNvPr id="7" name="Рисунок 6" descr="Изображение выглядит как инструмент, дрель, в помещени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CBF08FA-9158-E70B-1B92-F971AE396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6" y="2054754"/>
            <a:ext cx="2848231" cy="379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8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B53A-AA80-4C76-BCB3-19BA1604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7351"/>
            <a:ext cx="10515600" cy="1325563"/>
          </a:xfrm>
        </p:spPr>
        <p:txBody>
          <a:bodyPr/>
          <a:lstStyle/>
          <a:p>
            <a:r>
              <a:rPr lang="en-US" dirty="0"/>
              <a:t>Animal training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963A54-1405-4356-BAA2-114B47EDE3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607" b="11587"/>
          <a:stretch/>
        </p:blipFill>
        <p:spPr>
          <a:xfrm>
            <a:off x="985798" y="1516998"/>
            <a:ext cx="4004731" cy="2252661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56107E6-C211-4B2F-AC8D-F9B4F0C76620}"/>
              </a:ext>
            </a:extLst>
          </p:cNvPr>
          <p:cNvCxnSpPr>
            <a:cxnSpLocks/>
          </p:cNvCxnSpPr>
          <p:nvPr/>
        </p:nvCxnSpPr>
        <p:spPr>
          <a:xfrm flipV="1">
            <a:off x="7102771" y="3826996"/>
            <a:ext cx="647125" cy="352336"/>
          </a:xfrm>
          <a:prstGeom prst="bentConnector3">
            <a:avLst>
              <a:gd name="adj1" fmla="val 966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D4AE92C-9D7E-4FF7-9A39-16F822F90111}"/>
              </a:ext>
            </a:extLst>
          </p:cNvPr>
          <p:cNvCxnSpPr>
            <a:cxnSpLocks/>
          </p:cNvCxnSpPr>
          <p:nvPr/>
        </p:nvCxnSpPr>
        <p:spPr>
          <a:xfrm>
            <a:off x="7749896" y="3826995"/>
            <a:ext cx="1900489" cy="352337"/>
          </a:xfrm>
          <a:prstGeom prst="bentConnector3">
            <a:avLst>
              <a:gd name="adj1" fmla="val 385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3BB08AA-968F-4C6C-9740-846F42D7B060}"/>
              </a:ext>
            </a:extLst>
          </p:cNvPr>
          <p:cNvCxnSpPr>
            <a:cxnSpLocks/>
          </p:cNvCxnSpPr>
          <p:nvPr/>
        </p:nvCxnSpPr>
        <p:spPr>
          <a:xfrm flipV="1">
            <a:off x="7102771" y="4261955"/>
            <a:ext cx="1937856" cy="352336"/>
          </a:xfrm>
          <a:prstGeom prst="bentConnector3">
            <a:avLst>
              <a:gd name="adj1" fmla="val 694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AE4ED3A-0BC8-4A70-806F-80629E25E99F}"/>
              </a:ext>
            </a:extLst>
          </p:cNvPr>
          <p:cNvCxnSpPr>
            <a:cxnSpLocks/>
          </p:cNvCxnSpPr>
          <p:nvPr/>
        </p:nvCxnSpPr>
        <p:spPr>
          <a:xfrm>
            <a:off x="8453398" y="4261955"/>
            <a:ext cx="1196987" cy="352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7747F8-EA5D-4B62-9963-F694A7CB38DC}"/>
              </a:ext>
            </a:extLst>
          </p:cNvPr>
          <p:cNvSpPr txBox="1"/>
          <p:nvPr/>
        </p:nvSpPr>
        <p:spPr>
          <a:xfrm>
            <a:off x="9191629" y="381000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Sound - 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2F6FB3-5EF7-4B4D-BAA3-CE113968E321}"/>
              </a:ext>
            </a:extLst>
          </p:cNvPr>
          <p:cNvSpPr txBox="1"/>
          <p:nvPr/>
        </p:nvSpPr>
        <p:spPr>
          <a:xfrm>
            <a:off x="9191629" y="4253457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- CR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72A26E3-C72B-44AB-9F7B-C27C654333D5}"/>
              </a:ext>
            </a:extLst>
          </p:cNvPr>
          <p:cNvCxnSpPr>
            <a:cxnSpLocks/>
          </p:cNvCxnSpPr>
          <p:nvPr/>
        </p:nvCxnSpPr>
        <p:spPr>
          <a:xfrm flipV="1">
            <a:off x="7100975" y="4939020"/>
            <a:ext cx="647125" cy="352336"/>
          </a:xfrm>
          <a:prstGeom prst="bentConnector3">
            <a:avLst>
              <a:gd name="adj1" fmla="val 137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134A44A-76CF-4B49-B446-7B2118F694E2}"/>
              </a:ext>
            </a:extLst>
          </p:cNvPr>
          <p:cNvCxnSpPr>
            <a:cxnSpLocks/>
          </p:cNvCxnSpPr>
          <p:nvPr/>
        </p:nvCxnSpPr>
        <p:spPr>
          <a:xfrm>
            <a:off x="7748100" y="4939019"/>
            <a:ext cx="1900489" cy="352337"/>
          </a:xfrm>
          <a:prstGeom prst="bentConnector3">
            <a:avLst>
              <a:gd name="adj1" fmla="val 385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EEFE23E-0E68-4843-AE4C-8EF72692FFB5}"/>
              </a:ext>
            </a:extLst>
          </p:cNvPr>
          <p:cNvCxnSpPr>
            <a:cxnSpLocks/>
          </p:cNvCxnSpPr>
          <p:nvPr/>
        </p:nvCxnSpPr>
        <p:spPr>
          <a:xfrm flipV="1">
            <a:off x="7102771" y="5402063"/>
            <a:ext cx="1937856" cy="352336"/>
          </a:xfrm>
          <a:prstGeom prst="bentConnector3">
            <a:avLst>
              <a:gd name="adj1" fmla="val 694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538AD47-E2BF-43A4-8720-8252C0896FA9}"/>
              </a:ext>
            </a:extLst>
          </p:cNvPr>
          <p:cNvCxnSpPr>
            <a:cxnSpLocks/>
          </p:cNvCxnSpPr>
          <p:nvPr/>
        </p:nvCxnSpPr>
        <p:spPr>
          <a:xfrm>
            <a:off x="8449806" y="5402063"/>
            <a:ext cx="1196987" cy="352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C40727B-6E09-4980-82D3-F309CDBA52DE}"/>
              </a:ext>
            </a:extLst>
          </p:cNvPr>
          <p:cNvSpPr txBox="1"/>
          <p:nvPr/>
        </p:nvSpPr>
        <p:spPr>
          <a:xfrm>
            <a:off x="9189833" y="492202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Sound - CS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7C2D08-B6B7-43F4-8558-2C26306BC598}"/>
              </a:ext>
            </a:extLst>
          </p:cNvPr>
          <p:cNvSpPr txBox="1"/>
          <p:nvPr/>
        </p:nvSpPr>
        <p:spPr>
          <a:xfrm>
            <a:off x="9189833" y="5365481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- CR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C3AB896-371A-472E-B47E-40F14FDA9A5B}"/>
              </a:ext>
            </a:extLst>
          </p:cNvPr>
          <p:cNvCxnSpPr>
            <a:cxnSpLocks/>
          </p:cNvCxnSpPr>
          <p:nvPr/>
        </p:nvCxnSpPr>
        <p:spPr>
          <a:xfrm>
            <a:off x="7099179" y="3008412"/>
            <a:ext cx="2547614" cy="21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676C4A1-2D98-4DB5-8254-D6343AF66A7B}"/>
              </a:ext>
            </a:extLst>
          </p:cNvPr>
          <p:cNvCxnSpPr>
            <a:cxnSpLocks/>
          </p:cNvCxnSpPr>
          <p:nvPr/>
        </p:nvCxnSpPr>
        <p:spPr>
          <a:xfrm flipV="1">
            <a:off x="7099179" y="3095284"/>
            <a:ext cx="1937856" cy="352336"/>
          </a:xfrm>
          <a:prstGeom prst="bentConnector3">
            <a:avLst>
              <a:gd name="adj1" fmla="val 694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74635BB-1CAB-41AD-9961-270E995E5B43}"/>
              </a:ext>
            </a:extLst>
          </p:cNvPr>
          <p:cNvCxnSpPr>
            <a:cxnSpLocks/>
          </p:cNvCxnSpPr>
          <p:nvPr/>
        </p:nvCxnSpPr>
        <p:spPr>
          <a:xfrm>
            <a:off x="8449806" y="3095284"/>
            <a:ext cx="1196987" cy="3523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186FD8E-1568-4D3B-8A5E-1EC0D350AAE8}"/>
              </a:ext>
            </a:extLst>
          </p:cNvPr>
          <p:cNvSpPr txBox="1"/>
          <p:nvPr/>
        </p:nvSpPr>
        <p:spPr>
          <a:xfrm>
            <a:off x="9188037" y="2643329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Sound - 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34FA3-8B17-4A9F-9AD3-16659C24AB1F}"/>
              </a:ext>
            </a:extLst>
          </p:cNvPr>
          <p:cNvSpPr txBox="1"/>
          <p:nvPr/>
        </p:nvSpPr>
        <p:spPr>
          <a:xfrm>
            <a:off x="9188037" y="3086786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- CR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DBD8D2AD-116E-4273-BD26-F1CCE5149AD4}"/>
              </a:ext>
            </a:extLst>
          </p:cNvPr>
          <p:cNvCxnSpPr>
            <a:cxnSpLocks/>
          </p:cNvCxnSpPr>
          <p:nvPr/>
        </p:nvCxnSpPr>
        <p:spPr>
          <a:xfrm>
            <a:off x="7097383" y="1894748"/>
            <a:ext cx="2547614" cy="21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008264C-FDA3-45C6-83A0-3F8E0D169189}"/>
              </a:ext>
            </a:extLst>
          </p:cNvPr>
          <p:cNvSpPr txBox="1"/>
          <p:nvPr/>
        </p:nvSpPr>
        <p:spPr>
          <a:xfrm>
            <a:off x="9186241" y="1529665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Sound - CS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0B289A-BAB7-498F-BABC-D04FD091AE5D}"/>
              </a:ext>
            </a:extLst>
          </p:cNvPr>
          <p:cNvSpPr txBox="1"/>
          <p:nvPr/>
        </p:nvSpPr>
        <p:spPr>
          <a:xfrm>
            <a:off x="9186241" y="1973122"/>
            <a:ext cx="118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- CR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BD6CE63-D220-47DD-9D2C-6E927D55CB18}"/>
              </a:ext>
            </a:extLst>
          </p:cNvPr>
          <p:cNvCxnSpPr>
            <a:cxnSpLocks/>
          </p:cNvCxnSpPr>
          <p:nvPr/>
        </p:nvCxnSpPr>
        <p:spPr>
          <a:xfrm>
            <a:off x="7097383" y="2357627"/>
            <a:ext cx="2547614" cy="21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5D82D5-CD01-4A67-B3E1-0261F04F3ACB}"/>
              </a:ext>
            </a:extLst>
          </p:cNvPr>
          <p:cNvSpPr txBox="1"/>
          <p:nvPr/>
        </p:nvSpPr>
        <p:spPr>
          <a:xfrm>
            <a:off x="5405437" y="1894021"/>
            <a:ext cx="12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Habituation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327C1D-66BD-43DE-A256-ACC7DF6BADC6}"/>
              </a:ext>
            </a:extLst>
          </p:cNvPr>
          <p:cNvSpPr txBox="1"/>
          <p:nvPr/>
        </p:nvSpPr>
        <p:spPr>
          <a:xfrm>
            <a:off x="5405437" y="3008412"/>
            <a:ext cx="148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training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646F01-557B-4902-AB43-D984CCAA3D5A}"/>
              </a:ext>
            </a:extLst>
          </p:cNvPr>
          <p:cNvSpPr txBox="1"/>
          <p:nvPr/>
        </p:nvSpPr>
        <p:spPr>
          <a:xfrm>
            <a:off x="5405436" y="4157503"/>
            <a:ext cx="1188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 training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083C42-6009-4D55-B390-621CC3634E4F}"/>
              </a:ext>
            </a:extLst>
          </p:cNvPr>
          <p:cNvSpPr txBox="1"/>
          <p:nvPr/>
        </p:nvSpPr>
        <p:spPr>
          <a:xfrm>
            <a:off x="5405436" y="5137944"/>
            <a:ext cx="14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Delay training</a:t>
            </a:r>
          </a:p>
        </p:txBody>
      </p:sp>
      <p:pic>
        <p:nvPicPr>
          <p:cNvPr id="3" name="20250528002">
            <a:hlinkClick r:id="" action="ppaction://media"/>
            <a:extLst>
              <a:ext uri="{FF2B5EF4-FFF2-40B4-BE49-F238E27FC236}">
                <a16:creationId xmlns:a16="http://schemas.microsoft.com/office/drawing/2014/main" id="{747B7FA1-64A6-8468-1649-7CB6BCF8BD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5798" y="3429000"/>
            <a:ext cx="4004731" cy="300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2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46</Words>
  <Application>Microsoft Office PowerPoint</Application>
  <PresentationFormat>Widescreen</PresentationFormat>
  <Paragraphs>17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Daniil Berezhoi data update</vt:lpstr>
      <vt:lpstr>Head fixation and treadmill system</vt:lpstr>
      <vt:lpstr>Animal 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Daniil Berezhoi data update</dc:title>
  <dc:creator>Daniil Berezhnoi</dc:creator>
  <cp:lastModifiedBy>Berezhnoi, Daniil</cp:lastModifiedBy>
  <cp:revision>7</cp:revision>
  <dcterms:created xsi:type="dcterms:W3CDTF">2025-05-28T15:00:41Z</dcterms:created>
  <dcterms:modified xsi:type="dcterms:W3CDTF">2026-05-26T22:49:44Z</dcterms:modified>
</cp:coreProperties>
</file>